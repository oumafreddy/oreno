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9" r:id="rId2"/>
  </p:sldMasterIdLst>
  <p:notesMasterIdLst>
    <p:notesMasterId r:id="rId9"/>
  </p:notesMasterIdLst>
  <p:sldIdLst>
    <p:sldId id="261" r:id="rId3"/>
    <p:sldId id="263" r:id="rId4"/>
    <p:sldId id="277" r:id="rId5"/>
    <p:sldId id="280" r:id="rId6"/>
    <p:sldId id="278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1C23"/>
    <a:srgbClr val="FFCD00"/>
    <a:srgbClr val="EA2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1"/>
    <p:restoredTop sz="97368"/>
  </p:normalViewPr>
  <p:slideViewPr>
    <p:cSldViewPr snapToGrid="0" snapToObjects="1">
      <p:cViewPr varScale="1">
        <p:scale>
          <a:sx n="71" d="100"/>
          <a:sy n="71" d="100"/>
        </p:scale>
        <p:origin x="162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268F4-CF6B-224A-9CF1-BCC2E345ED7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40FB8-B74A-614C-95B0-8ACD8E45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7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744" y="1937214"/>
            <a:ext cx="5914510" cy="177262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2500" y="3869817"/>
            <a:ext cx="2478998" cy="271485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1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D8F2-BABB-0BA9-C2F9-395A589E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37ED-37C2-8FCB-113D-E7082EB4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E9EEB-079E-1908-9BC8-EE623906106F}"/>
              </a:ext>
            </a:extLst>
          </p:cNvPr>
          <p:cNvSpPr txBox="1"/>
          <p:nvPr userDrawn="1"/>
        </p:nvSpPr>
        <p:spPr>
          <a:xfrm>
            <a:off x="8558128" y="6596390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sz="1100" dirty="0">
                <a:solidFill>
                  <a:schemeClr val="bg1"/>
                </a:solidFill>
                <a:latin typeface="Montserrat" panose="02000505000000020004" pitchFamily="2" charset="77"/>
              </a:rPr>
              <a:t>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FCFE2-496C-6DF1-C1AF-5541494C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2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745" y="3697297"/>
            <a:ext cx="5914510" cy="177262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2500" y="5629900"/>
            <a:ext cx="2478998" cy="271485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053C708-44E0-8640-B616-1FC5FC4F51DA}"/>
              </a:ext>
            </a:extLst>
          </p:cNvPr>
          <p:cNvSpPr txBox="1">
            <a:spLocks/>
          </p:cNvSpPr>
          <p:nvPr userDrawn="1"/>
        </p:nvSpPr>
        <p:spPr>
          <a:xfrm>
            <a:off x="3332500" y="6061360"/>
            <a:ext cx="2478998" cy="2189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rPr>
              <a:t>Secretary General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CF60F-3A41-D0FD-590C-940DB7DC5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FA4173-EEE9-CE4E-BCBE-9ABE898C60D2}"/>
              </a:ext>
            </a:extLst>
          </p:cNvPr>
          <p:cNvSpPr/>
          <p:nvPr userDrawn="1"/>
        </p:nvSpPr>
        <p:spPr>
          <a:xfrm>
            <a:off x="0" y="0"/>
            <a:ext cx="9144000" cy="1251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4CDE85-3978-DA4F-BF90-A723B54E20AC}"/>
              </a:ext>
            </a:extLst>
          </p:cNvPr>
          <p:cNvSpPr/>
          <p:nvPr userDrawn="1"/>
        </p:nvSpPr>
        <p:spPr>
          <a:xfrm>
            <a:off x="-3283" y="-7495"/>
            <a:ext cx="337286" cy="1251679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10" y="78965"/>
            <a:ext cx="7949940" cy="10937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410" y="1518325"/>
            <a:ext cx="7949940" cy="480752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7942C6B-F975-BF4E-B635-3C904FC91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8C6B1-7456-ACF3-D568-E15C190DB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78" y="6420080"/>
            <a:ext cx="628650" cy="5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6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B86AF6-3E7A-A845-91A2-16FF3E403410}"/>
              </a:ext>
            </a:extLst>
          </p:cNvPr>
          <p:cNvSpPr/>
          <p:nvPr userDrawn="1"/>
        </p:nvSpPr>
        <p:spPr>
          <a:xfrm>
            <a:off x="0" y="194872"/>
            <a:ext cx="1460487" cy="4347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400" y="243590"/>
            <a:ext cx="1227087" cy="33728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Photos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1D152D7-5F3C-9FED-BCD5-6178530B4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2A112-8918-1A70-FAF1-144C30993B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060"/>
            <a:ext cx="586237" cy="5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6551"/>
            <a:ext cx="3886200" cy="4730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446551"/>
            <a:ext cx="3886200" cy="47304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3DDCC-0A69-D44C-93D7-FB69CA408753}"/>
              </a:ext>
            </a:extLst>
          </p:cNvPr>
          <p:cNvSpPr/>
          <p:nvPr userDrawn="1"/>
        </p:nvSpPr>
        <p:spPr>
          <a:xfrm>
            <a:off x="0" y="0"/>
            <a:ext cx="9144000" cy="1251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2B1BE1-FCC5-0548-A786-51D2C5CC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0" y="78965"/>
            <a:ext cx="7949940" cy="10937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F8BC82-A537-A68A-D7DC-1D3FEC226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EF81A-91B1-C196-521D-9D39B5A9F8C9}"/>
              </a:ext>
            </a:extLst>
          </p:cNvPr>
          <p:cNvSpPr/>
          <p:nvPr userDrawn="1"/>
        </p:nvSpPr>
        <p:spPr>
          <a:xfrm>
            <a:off x="-3283" y="-7495"/>
            <a:ext cx="337286" cy="1251679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FFD79-BF79-99EE-896B-B1E5283D3B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060"/>
            <a:ext cx="586237" cy="5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3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114D9D8-4B87-ABDF-C776-5E68166CB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2690" y="942810"/>
            <a:ext cx="3886200" cy="4730412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30ECB88-8D5D-88F0-E50B-3D9A4BA3F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BFE58A-78D4-50B2-F13B-57DF3216CA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060"/>
            <a:ext cx="586237" cy="5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8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A4978-AE87-48E9-88EB-DAE8E998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8481-D4A6-41CA-A903-EE0EFB19B35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5D6F5-65D0-40DC-9FEB-50EB1FBD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FC187-6653-4A6B-99D8-1FC1594F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0D10-1B3F-4F54-89FC-5B1C0570C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63F9-20E9-595C-45CC-00EC57371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AA7A8-AF8B-9139-BE9D-AE5D1F5F9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B36BE5-C632-B06E-8E0C-6EFAD55F1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2634" y="6416401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/>
              <a:t>www.redcross.or.ke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6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405001-EBC9-08AA-E9BB-0E51271F5028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5C615-3383-091C-FC3A-9C2D3BD0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74643"/>
            <a:ext cx="7886700" cy="8160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C175-810B-38D9-1116-FCCB8334B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KE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82605-1B3D-5EA8-DD4E-ED161771D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AEFE26-5F2B-EB6A-612C-15C1B80A1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1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D8F2-BABB-0BA9-C2F9-395A589E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37ED-37C2-8FCB-113D-E7082EB4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8583E-B3CC-5E71-899A-2163859A19F1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5C7AEBC-B11D-0014-EA8F-0241C7560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91FF6-8E8D-7304-44F2-8F696581C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71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1384-09F6-2AD7-6A16-D68FCD60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40985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553AE-DFE3-0D3D-1423-BCAAA3ED28A0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23E9A6-86BE-3168-4843-F8BEC1BC6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84854-A84A-E554-0FF8-E9A98A0BF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62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2A42A9-3EC5-B86B-C78E-D391ACDEB965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3DFF6-4BB9-514F-1717-8DCE60860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DE2732-EFCE-A3A4-36AE-9D6C523716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7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E0BA-C65D-1419-2BE0-77D07DB1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831E-00AC-2DC8-6317-CA5688652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K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E05AE-A98D-B59E-4350-D4943ACDB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A8B76-C2DA-3183-9819-9800B8A7874D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D49E5D-B7EB-76F9-F970-CF15279FD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6C1E16-21BF-99B4-80EC-1F26E45939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19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9624-F3BF-B51F-56DA-184459B2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987424"/>
            <a:ext cx="2818640" cy="1069975"/>
          </a:xfrm>
          <a:prstGeom prst="rect">
            <a:avLst/>
          </a:prstGeom>
        </p:spPr>
        <p:txBody>
          <a:bodyPr anchor="b"/>
          <a:lstStyle>
            <a:lvl1pPr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D8F74-174E-B6B4-486C-D7180E1A8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065EA-AE82-0617-8967-0288486B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AAE482-C9D6-D617-E0D7-897D23B4EFC6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933C9D-4222-D7D1-D4A5-A09F50A17570}"/>
              </a:ext>
            </a:extLst>
          </p:cNvPr>
          <p:cNvSpPr txBox="1">
            <a:spLocks/>
          </p:cNvSpPr>
          <p:nvPr userDrawn="1"/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www.redcross.or.ke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330AE8-3769-1ADD-3EB1-20B19FA547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4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3959FB-4DB2-CD40-8D59-F333C8955B72}"/>
              </a:ext>
            </a:extLst>
          </p:cNvPr>
          <p:cNvSpPr/>
          <p:nvPr userDrawn="1"/>
        </p:nvSpPr>
        <p:spPr>
          <a:xfrm>
            <a:off x="0" y="6554711"/>
            <a:ext cx="9144000" cy="303291"/>
          </a:xfrm>
          <a:prstGeom prst="rect">
            <a:avLst/>
          </a:prstGeom>
          <a:solidFill>
            <a:srgbClr val="EA21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8C22B-24FE-6BD5-E665-9D332A914FB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5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71" r:id="rId2"/>
    <p:sldLayoutId id="2147483658" r:id="rId3"/>
    <p:sldLayoutId id="2147483653" r:id="rId4"/>
    <p:sldLayoutId id="2147483654" r:id="rId5"/>
    <p:sldLayoutId id="2147483655" r:id="rId6"/>
    <p:sldLayoutId id="2147483657" r:id="rId7"/>
    <p:sldLayoutId id="2147483672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i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6CA14-175D-2292-233E-F4D393C8F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FC4E6-D198-FEAE-EB56-7227D2F098B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F18D-AFEC-6135-E51E-4FF863EC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47" y="1680882"/>
            <a:ext cx="7886700" cy="2622177"/>
          </a:xfrm>
        </p:spPr>
        <p:txBody>
          <a:bodyPr/>
          <a:lstStyle/>
          <a:p>
            <a:pPr algn="ctr"/>
            <a:r>
              <a:rPr lang="en-US" dirty="0"/>
              <a:t>KRCS HR Staff Meeting </a:t>
            </a:r>
            <a:br>
              <a:rPr lang="en-US" dirty="0"/>
            </a:br>
            <a:r>
              <a:rPr lang="en-US" dirty="0"/>
              <a:t>November 2025 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63791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5B843431-E394-26A7-5851-175BC34C8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Headcount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8037-A899-EEC2-A685-6B1A7753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39" y="1116105"/>
            <a:ext cx="8520531" cy="47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9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77FD-15AC-1F90-D713-8D821F7F7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51A4B9-91C4-F711-DE9D-31F304BB5E0C}"/>
              </a:ext>
            </a:extLst>
          </p:cNvPr>
          <p:cNvSpPr txBox="1">
            <a:spLocks/>
          </p:cNvSpPr>
          <p:nvPr/>
        </p:nvSpPr>
        <p:spPr bwMode="auto">
          <a:xfrm>
            <a:off x="502023" y="1138517"/>
            <a:ext cx="7696200" cy="4580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endParaRPr lang="en-US" sz="20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Evalyne Jepchumba Sang-Business Manager Thread and Ink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Harisson Barmasop-Sales and Marketing Manager-Thread and Ink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Cyrus Ndegwa Gikonyo-Finance Manager-Thread and Ink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Nickson Okeyo Machogu-Intern-ICT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Isaac Gitau Mwangi-Record and Resource Center Officer-KRCTI</a:t>
            </a:r>
          </a:p>
          <a:p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				</a:t>
            </a:r>
          </a:p>
          <a:p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kern="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>
              <a:defRPr/>
            </a:pPr>
            <a:endParaRPr lang="en-US" kern="0" dirty="0">
              <a:latin typeface="Garamond" panose="02020404030301010803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705463-1BDD-3C39-65CD-22DBF5C5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Joiners</a:t>
            </a:r>
          </a:p>
        </p:txBody>
      </p:sp>
    </p:spTree>
    <p:extLst>
      <p:ext uri="{BB962C8B-B14F-4D97-AF65-F5344CB8AC3E}">
        <p14:creationId xmlns:p14="http://schemas.microsoft.com/office/powerpoint/2010/main" val="323420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EB72B-EBBA-4DED-97B2-7C9685DA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9A8917-65C2-07DC-91E1-385BD773F571}"/>
              </a:ext>
            </a:extLst>
          </p:cNvPr>
          <p:cNvSpPr txBox="1">
            <a:spLocks/>
          </p:cNvSpPr>
          <p:nvPr/>
        </p:nvSpPr>
        <p:spPr bwMode="auto">
          <a:xfrm>
            <a:off x="502023" y="1138517"/>
            <a:ext cx="7696200" cy="4580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endParaRPr lang="en-US" sz="20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Lydia  Jeptoo Chebii-Project Officer-SRR			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Habon Ali Hubiya-Nursing Officer-KRO			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Richard  Otieno Aguko-Driver-HQ			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James Wabwile Nyanga-Data Management Officer-GF				</a:t>
            </a:r>
          </a:p>
          <a:p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kern="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>
              <a:defRPr/>
            </a:pPr>
            <a:endParaRPr lang="en-US" kern="0" dirty="0">
              <a:latin typeface="Garamond" panose="02020404030301010803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786632-0DC9-9AEC-0F4C-78D401608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Leavers </a:t>
            </a:r>
          </a:p>
        </p:txBody>
      </p:sp>
    </p:spTree>
    <p:extLst>
      <p:ext uri="{BB962C8B-B14F-4D97-AF65-F5344CB8AC3E}">
        <p14:creationId xmlns:p14="http://schemas.microsoft.com/office/powerpoint/2010/main" val="271694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649A-D226-A069-4630-4E2D88C0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A05B0B-CA82-7992-8590-3AAB9D265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HR Pointers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A91B9-B669-28EB-24D4-4747130F6B3C}"/>
              </a:ext>
            </a:extLst>
          </p:cNvPr>
          <p:cNvSpPr txBox="1"/>
          <p:nvPr/>
        </p:nvSpPr>
        <p:spPr>
          <a:xfrm>
            <a:off x="268940" y="1465730"/>
            <a:ext cx="8377518" cy="624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As we approach the end of the year, we request that staff utilize their annual leave days to avoid December coverage issues – Supervisors and Sector heads should strictly implement and plan leave in their respective docket. </a:t>
            </a:r>
            <a:r>
              <a:rPr lang="en-US" b="1" kern="0" dirty="0">
                <a:solidFill>
                  <a:srgbClr val="000000"/>
                </a:solidFill>
                <a:latin typeface="Garamond" panose="02020404030301010803" pitchFamily="18" charset="0"/>
              </a:rPr>
              <a:t>No carry over days.</a:t>
            </a: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All staff appraisals are due by 28</a:t>
            </a:r>
            <a:r>
              <a:rPr lang="en-US" kern="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th</a:t>
            </a: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 November 2025 , staff are reminded to approach their line managers to bring this to a close and submit appraisals before 28</a:t>
            </a:r>
            <a:r>
              <a:rPr lang="en-US" kern="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th</a:t>
            </a: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 November 2025.</a:t>
            </a: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The short rains have started staff and volunteers are reminded to: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Take caution of flooded places and roads.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Attend all briefs and MPHSS support given while responding.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Take time to rest and take breaks during intense response.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In case of any emergency reach out to your immediate supervisor.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Take note of the weather forecast shared by the ICHA team on the various platforms.</a:t>
            </a: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endParaRPr lang="en-US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endParaRPr lang="en-US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endParaRPr lang="en-US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endParaRPr lang="en-US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3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5B314-64EC-7996-7053-BF6868CC1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www.redcross.or.ke</a:t>
            </a:r>
            <a:endParaRPr lang="en-US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C9D12FC-C6AB-38D0-2B9B-E918C1973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023" y="1160929"/>
            <a:ext cx="586740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6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6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75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22247</TotalTime>
  <Words>232</Words>
  <Application>Microsoft Office PowerPoint</Application>
  <PresentationFormat>On-screen Show (4:3)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Garamond</vt:lpstr>
      <vt:lpstr>Montserrat</vt:lpstr>
      <vt:lpstr>Times New Roman</vt:lpstr>
      <vt:lpstr>Wingdings</vt:lpstr>
      <vt:lpstr>Wingdings 3</vt:lpstr>
      <vt:lpstr>Office Theme</vt:lpstr>
      <vt:lpstr>Custom Design</vt:lpstr>
      <vt:lpstr>KRCS HR Staff Meeting  November 2025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Christine Muriuki</cp:lastModifiedBy>
  <cp:revision>70</cp:revision>
  <dcterms:created xsi:type="dcterms:W3CDTF">2022-07-13T12:02:49Z</dcterms:created>
  <dcterms:modified xsi:type="dcterms:W3CDTF">2025-11-04T05:59:23Z</dcterms:modified>
</cp:coreProperties>
</file>